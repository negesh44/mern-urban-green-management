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862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99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60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490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23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91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49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97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32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877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6495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119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0788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117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159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057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BB8DF-F762-4931-8277-2F50EF193AC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58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75359" y="1156333"/>
            <a:ext cx="10241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275B3A"/>
                </a:solidFill>
                <a:latin typeface="Times New Roman"/>
              </a:rPr>
              <a:t>Easwari Engineering College</a:t>
            </a:r>
            <a:endParaRPr sz="2800" b="1" dirty="0">
              <a:solidFill>
                <a:srgbClr val="275B3A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11537" y="1975539"/>
            <a:ext cx="85689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23322A"/>
                </a:solidFill>
                <a:latin typeface="Times New Roman"/>
              </a:rPr>
              <a:t>SMART URBAN GREEN</a:t>
            </a:r>
            <a:r>
              <a:rPr lang="en-IN" sz="2800" b="1" dirty="0">
                <a:solidFill>
                  <a:srgbClr val="23322A"/>
                </a:solidFill>
                <a:latin typeface="Times New Roman"/>
              </a:rPr>
              <a:t> </a:t>
            </a:r>
            <a:r>
              <a:rPr sz="2800" b="1" dirty="0">
                <a:solidFill>
                  <a:srgbClr val="23322A"/>
                </a:solidFill>
                <a:latin typeface="Times New Roman"/>
              </a:rPr>
              <a:t>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044" y="2704009"/>
            <a:ext cx="9969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505F56"/>
                </a:solidFill>
                <a:latin typeface="Times New Roman"/>
              </a:rPr>
              <a:t>Cities require digital management of parks, urban forests, green belts, tree inventories, and environmental performance indicators.</a:t>
            </a:r>
            <a:endParaRPr sz="1800" b="0" dirty="0">
              <a:solidFill>
                <a:srgbClr val="505F56"/>
              </a:solidFill>
              <a:latin typeface="Times New Roman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C7FB002-E002-9267-27E5-170A9C746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4438" y="2973153"/>
            <a:ext cx="8589593" cy="3673018"/>
          </a:xfrm>
        </p:spPr>
        <p:txBody>
          <a:bodyPr>
            <a:norm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                                  Presented By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Guide Name, Qualification ]                          Negesh Bala M - 310624148062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Guide Designation, Department ] </a:t>
            </a:r>
          </a:p>
        </p:txBody>
      </p:sp>
      <p:pic>
        <p:nvPicPr>
          <p:cNvPr id="2" name="Picture 1" descr="Institution Training | online training centre | educational institutions | cloudkampus online courses">
            <a:extLst>
              <a:ext uri="{FF2B5EF4-FFF2-40B4-BE49-F238E27FC236}">
                <a16:creationId xmlns:a16="http://schemas.microsoft.com/office/drawing/2014/main" id="{C58F1E3F-883C-BCBE-C311-DF4C20A3A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37" y="644859"/>
            <a:ext cx="1111045" cy="111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74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92480" y="767005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275B3A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7700" y="1627286"/>
            <a:ext cx="835660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Tree, park and green-belt information is often kept in separate or manual records.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Updating asset details and maintenance history is time-consuming.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Authorities lack a single map-based view of green assets and their condition.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Maintenance issues are difficult to track, prioritize and follow up.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Environmental indicators are not easily available in one centralized dashboard.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6E4753-5981-2252-C01D-AE1B1986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288" y="3850067"/>
            <a:ext cx="4903424" cy="276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0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7416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275B3A"/>
                </a:solidFill>
                <a:latin typeface="Times New Roman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760" y="1997839"/>
            <a:ext cx="57353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MERN-stack web application for centralized urban green-space management.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Digitally manages trees, parks, urban forests and green belts.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Interactive map connects each asset with its location and status.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Dashboard tracks tree health, maintenance and environmental indicators.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Citizens can report damaged or unhealthy trees with photos and location.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Goal: faster management, better transparency and data-driven planning.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C925F9-3314-1274-54B1-36D4A7BA2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080" y="2085598"/>
            <a:ext cx="5085868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965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92480" y="742523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5B3A"/>
                </a:solidFill>
                <a:latin typeface="Times New Roman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500" y="1667926"/>
            <a:ext cx="876300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Urban green spaces improve environmental quality and city livability.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Cities must manage large and changing inventories of trees and green areas.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Digital records make asset information easier to update and retrieve.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GIS-style mapping provides location-based visibility of green assets.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A unified platform can connect inventory, maintenance and environmental analytics.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B64007-96D7-0213-28D1-E7A6DF19B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922" y="3787994"/>
            <a:ext cx="5090155" cy="286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970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C90704-2CF4-69BA-DE5C-F5B5C22B9940}"/>
              </a:ext>
            </a:extLst>
          </p:cNvPr>
          <p:cNvSpPr txBox="1"/>
          <p:nvPr/>
        </p:nvSpPr>
        <p:spPr>
          <a:xfrm>
            <a:off x="2667785" y="1905000"/>
            <a:ext cx="8625055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480" y="771806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275B3A"/>
                </a:solidFill>
                <a:latin typeface="Times New Roman"/>
              </a:rPr>
              <a:t>EXISTING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0" y="1684621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GIS / tree-management platforms support digital mapping and inventories.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Common features: tree location, inventory records and inspection data.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Maintenance and operational activities can also be tracked.</a:t>
            </a:r>
          </a:p>
          <a:p>
            <a:endParaRPr sz="1800" b="0" dirty="0">
              <a:solidFill>
                <a:srgbClr val="23322A"/>
              </a:solidFill>
              <a:latin typeface="Times New Roman"/>
            </a:endParaRPr>
          </a:p>
          <a:p>
            <a:r>
              <a:rPr sz="1800" b="1" dirty="0">
                <a:solidFill>
                  <a:srgbClr val="23322A"/>
                </a:solidFill>
                <a:latin typeface="Times New Roman"/>
              </a:rPr>
              <a:t>LIMITATIONS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Data can remain fragmented across multiple tools.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Enterprise GIS solutions may be complex for a focused application.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Citizen reporting and environmental KPIs may not be unified.</a:t>
            </a:r>
          </a:p>
        </p:txBody>
      </p:sp>
    </p:spTree>
    <p:extLst>
      <p:ext uri="{BB962C8B-B14F-4D97-AF65-F5344CB8AC3E}">
        <p14:creationId xmlns:p14="http://schemas.microsoft.com/office/powerpoint/2010/main" val="263902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92480" y="7543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275B3A"/>
                </a:solidFill>
                <a:latin typeface="Times New Roman"/>
              </a:rP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57141" y="1965960"/>
            <a:ext cx="54864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Centralized admin dashboard for all green assets.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Tree inventory: species, age, health, GPS, images and maintenance history.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Park, urban forest and green-belt management.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Interactive map for asset locations and status.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Environmental KPI dashboard for green coverage, survival and trends.</a:t>
            </a:r>
          </a:p>
          <a:p>
            <a:r>
              <a:rPr sz="1800" b="0" dirty="0">
                <a:solidFill>
                  <a:srgbClr val="23322A"/>
                </a:solidFill>
                <a:latin typeface="Times New Roman"/>
              </a:rPr>
              <a:t>• Citizen reporting with photo, location and status 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3600" y="4556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275B3A"/>
                </a:solidFill>
                <a:latin typeface="Times New Roman"/>
              </a:rPr>
              <a:t>MERN: React.js • Node.js • Express.js • MongoDB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556053-E4D5-CAE6-8378-4E84D65DB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030" y="1807258"/>
            <a:ext cx="4865225" cy="324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93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07440" y="7510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275B3A"/>
                </a:solidFill>
                <a:latin typeface="Times New Roman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060" y="2045440"/>
            <a:ext cx="830580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Create a centralized digital inventory of urban green assets.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Simplify management of trees, parks, forests and green belts.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Provide location-based visualization through interactive maps.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Track tree health, inspections and maintenance activities.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Monitor environmental performance using meaningful KPIs.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Improve transparency through citizen reporting and status tracking.</a:t>
            </a:r>
          </a:p>
        </p:txBody>
      </p:sp>
    </p:spTree>
    <p:extLst>
      <p:ext uri="{BB962C8B-B14F-4D97-AF65-F5344CB8AC3E}">
        <p14:creationId xmlns:p14="http://schemas.microsoft.com/office/powerpoint/2010/main" val="1298676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2480" y="731521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5B3A"/>
                </a:solidFill>
                <a:latin typeface="Times New Roman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4000" y="1687250"/>
            <a:ext cx="6673480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Tree inventory and health monitoring.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Park, urban forest and green-belt information management.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Interactive GIS-style visualization.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Maintenance scheduling and issue tracking.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Environmental KPI dashboards and reports.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Role-based access for administrators and citizens.</a:t>
            </a:r>
          </a:p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3322A"/>
                </a:solidFill>
                <a:latin typeface="Times New Roman"/>
              </a:rPr>
              <a:t>• Future scope: IoT sensors, satellite data and mobile apps.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C03B01-29BF-B40C-9679-745A63922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486" y="2594335"/>
            <a:ext cx="4503034" cy="300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730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480" y="7620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275B3A"/>
                </a:solidFill>
                <a:latin typeface="Times New Roman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26360" y="1326664"/>
            <a:ext cx="69392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>
                <a:solidFill>
                  <a:srgbClr val="23322A"/>
                </a:solidFill>
                <a:latin typeface="Times New Roman"/>
              </a:rPr>
              <a:t>1. A Global Basis of Urban Tree Inventories — Ma, Hauer, Östberg &amp; Koeser (2021)</a:t>
            </a:r>
          </a:p>
          <a:p>
            <a:r>
              <a:rPr sz="1500" b="0" dirty="0">
                <a:solidFill>
                  <a:srgbClr val="23322A"/>
                </a:solidFill>
                <a:latin typeface="Times New Roman"/>
              </a:rPr>
              <a:t>   Insight: standardized digital tree inventories improve urban-tree data management.</a:t>
            </a:r>
          </a:p>
          <a:p>
            <a:endParaRPr sz="1500" b="0" dirty="0">
              <a:solidFill>
                <a:srgbClr val="23322A"/>
              </a:solidFill>
              <a:latin typeface="Times New Roman"/>
            </a:endParaRPr>
          </a:p>
          <a:p>
            <a:r>
              <a:rPr sz="1500" b="0" dirty="0">
                <a:solidFill>
                  <a:srgbClr val="23322A"/>
                </a:solidFill>
                <a:latin typeface="Times New Roman"/>
              </a:rPr>
              <a:t>2. Urban Tree Monitoring — USDA Forest Service</a:t>
            </a:r>
          </a:p>
          <a:p>
            <a:r>
              <a:rPr sz="1500" b="0" dirty="0">
                <a:solidFill>
                  <a:srgbClr val="23322A"/>
                </a:solidFill>
                <a:latin typeface="Times New Roman"/>
              </a:rPr>
              <a:t>   Insight: systematic inspection and condition monitoring support better maintenance.</a:t>
            </a:r>
          </a:p>
          <a:p>
            <a:endParaRPr sz="1500" b="0" dirty="0">
              <a:solidFill>
                <a:srgbClr val="23322A"/>
              </a:solidFill>
              <a:latin typeface="Times New Roman"/>
            </a:endParaRPr>
          </a:p>
          <a:p>
            <a:r>
              <a:rPr sz="1500" b="0" dirty="0">
                <a:solidFill>
                  <a:srgbClr val="23322A"/>
                </a:solidFill>
                <a:latin typeface="Times New Roman"/>
              </a:rPr>
              <a:t>3. An Electronic Tree Inventory for Arboriculture Management — Tait et al. (2009)</a:t>
            </a:r>
          </a:p>
          <a:p>
            <a:r>
              <a:rPr sz="1500" b="0" dirty="0">
                <a:solidFill>
                  <a:srgbClr val="23322A"/>
                </a:solidFill>
                <a:latin typeface="Times New Roman"/>
              </a:rPr>
              <a:t>   Insight: electronic records can support organized arboriculture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76500" y="4634653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275B3A"/>
                </a:solidFill>
                <a:latin typeface="Times New Roman"/>
              </a:rPr>
              <a:t>RESEARCH GAP: Combine inventory + mapping + maintenance + KPIs + citizen reporting in one focused MERN platform.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C90A2F-0CCB-8ED8-8D9A-A7BC7C35C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3429000"/>
            <a:ext cx="4645660" cy="30971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75B3A"/>
                </a:solidFill>
                <a:latin typeface="Times New Roman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06324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3322A"/>
                </a:solidFill>
                <a:latin typeface="Times New Roman"/>
              </a:rPr>
              <a:t>SMART URBAN GREEN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39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05F56"/>
                </a:solidFill>
                <a:latin typeface="Times New Roman"/>
              </a:rPr>
              <a:t>MERN Stack • Interactive Mapping • Environmental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226</TotalTime>
  <Words>644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Times New Roman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Negesh Bala</cp:lastModifiedBy>
  <cp:revision>10</cp:revision>
  <dcterms:created xsi:type="dcterms:W3CDTF">2025-03-02T10:10:05Z</dcterms:created>
  <dcterms:modified xsi:type="dcterms:W3CDTF">2026-09-06T17:34:18Z</dcterms:modified>
</cp:coreProperties>
</file>